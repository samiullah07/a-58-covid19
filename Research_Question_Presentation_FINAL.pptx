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318C68-E026-450E-9CBE-B6CE236CE37D}" v="47" dt="2025-12-02T14:55:10.9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Research Question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Dataset: COVID-19 Healthy Diet Dataset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This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This presentation introduces our selected Research Question</a:t>
            </a:r>
            <a:r>
              <a:rPr lang="en-US" dirty="0"/>
              <a:t>.</a:t>
            </a:r>
            <a:endParaRPr dirty="0"/>
          </a:p>
          <a:p>
            <a:r>
              <a:rPr dirty="0"/>
              <a:t>It includes:</a:t>
            </a:r>
            <a:endParaRPr dirty="0">
              <a:ea typeface="Calibri"/>
              <a:cs typeface="Calibri"/>
            </a:endParaRPr>
          </a:p>
          <a:p>
            <a:endParaRPr/>
          </a:p>
          <a:p>
            <a:pPr lvl="1"/>
            <a:r>
              <a:rPr dirty="0"/>
              <a:t>- Dataset sample</a:t>
            </a:r>
            <a:endParaRPr dirty="0">
              <a:ea typeface="Calibri"/>
              <a:cs typeface="Calibri"/>
            </a:endParaRPr>
          </a:p>
          <a:p>
            <a:pPr lvl="1"/>
            <a:r>
              <a:rPr dirty="0"/>
              <a:t>- Variable selection</a:t>
            </a:r>
            <a:endParaRPr dirty="0">
              <a:ea typeface="Calibri"/>
              <a:cs typeface="Calibri"/>
            </a:endParaRPr>
          </a:p>
          <a:p>
            <a:pPr lvl="1"/>
            <a:r>
              <a:rPr dirty="0"/>
              <a:t>- Research Question</a:t>
            </a:r>
            <a:endParaRPr dirty="0">
              <a:ea typeface="Calibri"/>
              <a:cs typeface="Calibri"/>
            </a:endParaRPr>
          </a:p>
          <a:p>
            <a:pPr lvl="1"/>
            <a:r>
              <a:rPr dirty="0"/>
              <a:t>- Hypotheses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Dataset: </a:t>
            </a:r>
            <a:r>
              <a:rPr lang="en-US" dirty="0"/>
              <a:t>COVID-19</a:t>
            </a:r>
            <a:r>
              <a:t> Healthy Diet Dataset</a:t>
            </a:r>
          </a:p>
          <a:p>
            <a:pPr lvl="1"/>
            <a:r>
              <a:t>Total Rows: 170</a:t>
            </a:r>
          </a:p>
          <a:p>
            <a:pPr lvl="1"/>
            <a:r>
              <a:t>Columns used:</a:t>
            </a:r>
          </a:p>
          <a:p>
            <a:pPr lvl="2"/>
            <a:r>
              <a:t>- Obesity (%)</a:t>
            </a:r>
          </a:p>
          <a:p>
            <a:pPr lvl="2"/>
            <a:r>
              <a:t>- Confirmed COVID-19 Cases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Dataset?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This dataset is interesting because it connects dietary patterns and obesity levels with the spread of COVID-19</a:t>
            </a:r>
            <a:r>
              <a:rPr lang="en-US" dirty="0"/>
              <a:t> across 100-170 countries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dirty="0"/>
              <a:t>Independent Variable: Obesity (%) — Interval datatype</a:t>
            </a:r>
            <a:endParaRPr dirty="0">
              <a:ea typeface="Calibri"/>
              <a:cs typeface="Calibri"/>
            </a:endParaRPr>
          </a:p>
          <a:p>
            <a:pPr lvl="1"/>
            <a:r>
              <a:rPr dirty="0"/>
              <a:t>Dependent Variable: Confirmed Cases — Interval datatype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RQ: Is there a correlation between Obesity (%) and Confirmed COVID-19 Cases across</a:t>
            </a:r>
            <a:r>
              <a:rPr lang="en-US" dirty="0"/>
              <a:t> 100-170 countries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H₀ (Null Hypothesis): There is no correlation between Obesity (%) and Confirmed COVID-19 Cases.</a:t>
            </a:r>
          </a:p>
          <a:p>
            <a:pPr lvl="1"/>
            <a:r>
              <a:t>H₁ (Alternative Hypothesis): There is a correlation between Obesity (%) and Confirmed COVID-19 Cases.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Research Question Presentation</vt:lpstr>
      <vt:lpstr>About This Presentation</vt:lpstr>
      <vt:lpstr>Dataset Overview</vt:lpstr>
      <vt:lpstr>Why This Dataset?</vt:lpstr>
      <vt:lpstr>Research Question</vt:lpstr>
      <vt:lpstr>Hypotheses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39</cp:revision>
  <dcterms:created xsi:type="dcterms:W3CDTF">2013-01-27T09:14:16Z</dcterms:created>
  <dcterms:modified xsi:type="dcterms:W3CDTF">2025-12-02T14:55:38Z</dcterms:modified>
  <cp:category/>
</cp:coreProperties>
</file>